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跨区域库存与履约控制塔</a:t>
            </a:r>
          </a:p>
          <a:p>
            <a:r>
              <a:t>- 这个场景适合先做库存与履约控制塔，验证 AI 对风险识别、协同建议和动作优先级的价值，再逐步扩展到更完整的供应链优化。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业务机会与 Why 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当前差距与优先痛点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客户现场卡片流程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目标 AI Flow</a:t>
            </a:r>
          </a:p>
          <a:p>
            <a:r>
              <a:t>- 这个场景适合先做库存与履约控制塔，验证 AI 对风险识别、协同建议和动作优先级的价值，再逐步扩展到更完整的供应链优化。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原型方向与系统形态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MVP 原型范围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原型交付与快速开发路径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能力映射与交付物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业务价值与验证假设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Title: POC 与下一步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AI DISCOVERY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807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Microsoft YaHei"/>
              </a:rPr>
              <a:t>跨境电商客户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914400"/>
            <a:ext cx="7772400" cy="40233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261872"/>
            <a:ext cx="6583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62828"/>
                </a:solidFill>
                <a:latin typeface="Microsoft YaHei"/>
              </a:rPr>
              <a:t>跨区域库存与履约控制塔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2304288"/>
            <a:ext cx="6492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999999"/>
                </a:solidFill>
                <a:latin typeface="Microsoft YaHei"/>
              </a:rPr>
              <a:t>AI Discovery Workshop 商机与原型方案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1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客户：跨境电商客户 | 行业：跨境电商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98464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小组：现场共创组 · 日期：2026-05-08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907792"/>
            <a:ext cx="2084831" cy="658368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072384"/>
            <a:ext cx="17556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Workshop：AI Discovery Card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业务机会与 Why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机会判断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对跨境电商客户来说，库存与履约不只是后台效率问题，而是直接影响销售转化、现金占用和客户体验的经营杠杆。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43891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为什么是现在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606040"/>
            <a:ext cx="2834640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订单、库存、退货和仓配数据已经逐步在线化，但运营仍缺少一个把风险识别、建议生成和协同动作串起来的统一控制塔。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价值支撑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606040"/>
            <a:ext cx="2752344" cy="3246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跨区域订单与库存波动增大，人工判断越来越难跟上节奏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当前差距与优先痛点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438912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现状流程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262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订单和库存持续变化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汇总库存、订单、退货和仓配数据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人工判断缺货、积压和履约风险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人工生成补货、调拨和仓配建议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20640" cy="301752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50592"/>
            <a:ext cx="45720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跨区域订单、库存和履约异常之间缺少统一判断和联动机制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运营经常同时面对缺货和积压，补货调拨决策依赖人工拼表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履约风险识别、协同建议和动作优先级缺少统一视图和闭环沉淀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983480"/>
            <a:ext cx="5120640" cy="114300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266944"/>
            <a:ext cx="4480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优先切口：跨区域订单、库存和履约异常之间缺少统一判断和联动机制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客户现场卡片流程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55648"/>
            <a:ext cx="10469880" cy="4526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93392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93976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业务场景 / 输入感知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数据和预测分析中偏业务目标的卡片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03320" y="2176272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77056" y="1993392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2103120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表单理解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10128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10712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理解分析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31136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数据分析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3320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77056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风险预测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77256" y="3493008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50992" y="3310128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9007" y="3419856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异常检测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626864"/>
            <a:ext cx="1051560" cy="658368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27448"/>
            <a:ext cx="7498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生成交互 / 执行闭环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1136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文本生成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03320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877056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流程优化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5477256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50992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9007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自动履行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251192" y="4809744"/>
            <a:ext cx="237744" cy="237744"/>
          </a:xfrm>
          <a:prstGeom prst="right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24928" y="4626864"/>
            <a:ext cx="1572768" cy="658368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4736592"/>
            <a:ext cx="13167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Microsoft YaHei"/>
              </a:rPr>
              <a:t>决策制定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目标业务闭环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业务触发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</a:rPr>
              <a:t>订单和库存持续变化，区域履约表现出现波动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469880" cy="26974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9921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闭环流程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310128"/>
            <a:ext cx="10012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汇总库存、订单、退货和仓配数据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AI 判断缺货、积压和履约风险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生成补货、调拨和仓配建议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4. 触发区域协同和运营任务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5. 结果回写控制塔与复盘口径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577840"/>
            <a:ext cx="10469880" cy="594360"/>
          </a:xfrm>
          <a:prstGeom prst="roundRect">
            <a:avLst>
              <a:gd name="adj" fmla="val 10000"/>
            </a:avLst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闭环结果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660136"/>
            <a:ext cx="8138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Microsoft YaHei"/>
              </a:rPr>
              <a:t>形成从风险识别、建议生成到协同执行与复盘沉淀的库存履约闭环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原型方向与系统形态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原型名称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库存与履约控制塔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系统形态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库存与履约控制塔；目标：把区域订单、库存、退货、仓配异常和建议动作集中到一个统一控制塔中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价值落点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让运营团队从人工拼表和分散协同，转向在控制塔里统一判断风险、建议和动作优先级。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查看区域订单、库存和履约风险分布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读取 AI 给出的补货、调拨和仓配建议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触发区域协同任务并回看执行结果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工作台范围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全局风险总览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区域库存与订单分析页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补货调拨建议页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MVP 原型范围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目标用户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供应链负责人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在一个控制塔界面里完成库存履约风险判断、建议查看和协同任务触发。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非目标范围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不接真实 ERP 或 WMS 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页面清单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全局风险总览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区域库存与订单分析页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补货调拨建议页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协同任务与复盘页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区域风险地图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缺货与积压预警卡片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履约异常解释区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补货调拨建议列表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原型交付与快速开发路径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交付方式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前端壳子优先；推荐技术栈：Next.js + 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783080"/>
            <a:ext cx="329184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1168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核心交付件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96312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方案设计：页面结构、模块布局、交互路径 / 架构设计：展示层、组件层、样例数据层 / 静态页面原型：可现场演示的前端壳子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783080"/>
            <a:ext cx="3209544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11896" y="2011680"/>
            <a:ext cx="2752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架构原则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496312"/>
            <a:ext cx="2752344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360" b="0">
                <a:solidFill>
                  <a:srgbClr val="555555"/>
                </a:solidFill>
                <a:latin typeface="Microsoft YaHei"/>
              </a:rPr>
              <a:t>页面壳子优先，先保证关键业务路径可演示 / 模块分层组织，页面、组件、样例数据分开维护 / Mock 数据驱动，先不接真实系统接口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方案设计与架构设计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方案设计：页面结构、模块布局、交互路径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架构设计：展示层、组件层、样例数据层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静态页面原型：可现场演示的前端壳子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样例数据包：支撑页面演示的 mock 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96512"/>
            <a:ext cx="5212080" cy="20116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315968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快速开发路径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773168"/>
            <a:ext cx="4663440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1. 确认试点区域和样本订单库存数据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2. 选择一个高波动品类作为试点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3. 输出控制塔原型范围和验证口径</a:t>
            </a:r>
          </a:p>
          <a:p>
            <a:pPr algn="l">
              <a:spcAft>
                <a:spcPts val="600"/>
              </a:spcAft>
            </a:pPr>
            <a:r>
              <a:rPr sz="1370" b="0">
                <a:solidFill>
                  <a:srgbClr val="555555"/>
                </a:solidFill>
                <a:latin typeface="Microsoft YaHei"/>
              </a:rPr>
              <a:t>4. 基于方案设计文档快速搭建静态页面和样例数据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能力映射与交付物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681228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能力卡与产品映射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6355080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订单库存退货数据汇聚 -&gt; Microsoft Fabric, Dynamics 365 Supply Chain Management | 交付：统一库存订单履约数据底座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风险识别与建议生成 -&gt; Azure Machine Learning, Azure AI Foundry | 交付：缺货积压履约风险识别与建议引擎</a:t>
            </a:r>
          </a:p>
          <a:p>
            <a:pPr algn="l">
              <a:spcAft>
                <a:spcPts val="800"/>
              </a:spcAft>
            </a:pPr>
            <a:r>
              <a:rPr sz="1380" b="0">
                <a:solidFill>
                  <a:srgbClr val="555555"/>
                </a:solidFill>
                <a:latin typeface="Microsoft YaHei"/>
              </a:rPr>
              <a:t>控制塔可视化与协同闭环 -&gt; Power BI, Power Automate | 交付：控制塔看板与协同任务闭环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737360"/>
            <a:ext cx="3337560" cy="192024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5681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推荐产品栈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59152"/>
            <a:ext cx="278892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55555"/>
                </a:solidFill>
                <a:latin typeface="Microsoft YaHei"/>
              </a:rPr>
              <a:t>优先产品栈：Microsoft Fabric / Dynamics 365 Supply Chain Management / Azure Machine Learning / Azure AI Foundry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977639"/>
            <a:ext cx="3337560" cy="224028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22452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现场交付物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90288"/>
            <a:ext cx="2788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现场交付物：方案 PPT / 库存与履约控制塔原型建议 / POC 验证范围与里程碑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业务价值与验证假设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业务价值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更早识别缺货、积压和履约风险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缩短补货调拨判断时间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提升跨区域协同效率和履约稳定性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为后续供应链优化建立可复用的控制塔基础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补货调拨判断时间缩短 40%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履约异常响应时间缩短 35%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区域缺货率下降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783080"/>
            <a:ext cx="3246120" cy="448056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993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POC 验证点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83464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1. AI 对缺货、积压和履约风险识别的业务准确性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2. 补货调拨和仓配建议对运营判断的帮助程度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555555"/>
                </a:solidFill>
                <a:latin typeface="Microsoft YaHei"/>
              </a:rPr>
              <a:t>3. 控制塔视图是否能支撑跨区域统一协同和复盘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2296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C62828"/>
                </a:solidFill>
                <a:latin typeface="Microsoft YaHei"/>
              </a:rPr>
              <a:t>POC 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0515600" cy="27432"/>
          </a:xfrm>
          <a:prstGeom prst="rect">
            <a:avLst/>
          </a:prstGeom>
          <a:solidFill>
            <a:srgbClr val="F3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83664"/>
            <a:ext cx="1234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FFFFFF"/>
                </a:solidFill>
                <a:latin typeface="Microsoft YaHei"/>
              </a:rPr>
              <a:t>POC 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8138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Microsoft YaHei"/>
              </a:rPr>
              <a:t>优先验证风险识别、建议生成和协同任务联动三段闭环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8F4F4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关键角色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供应链负责人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履约运营负责人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区域仓配团队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200"/>
            <a:ext cx="4983480" cy="3383280"/>
          </a:xfrm>
          <a:prstGeom prst="roundRect">
            <a:avLst>
              <a:gd name="adj" fmla="val 10000"/>
            </a:avLst>
          </a:prstGeom>
          <a:solidFill>
            <a:srgbClr val="F3EDED"/>
          </a:solidFill>
          <a:ln w="10160">
            <a:solidFill>
              <a:srgbClr val="E9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434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C62828"/>
                </a:solidFill>
                <a:latin typeface="Microsoft YaHei"/>
              </a:rPr>
              <a:t>后续动作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474720"/>
            <a:ext cx="443484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1. 确认试点区域和样本订单库存数据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2. 选择一个高波动品类作为试点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555555"/>
                </a:solidFill>
                <a:latin typeface="Microsoft YaHei"/>
              </a:rPr>
              <a:t>3. 输出控制塔原型范围和验证口径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