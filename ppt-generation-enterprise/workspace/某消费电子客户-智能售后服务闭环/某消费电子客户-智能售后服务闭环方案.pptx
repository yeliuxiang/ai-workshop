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04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71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智能售后服务闭环</a:t>
            </a:r>
          </a:p>
          <a:p>
            <a:r>
              <a:t>- 这个场景聚焦客服与售后协同最典型的高频链路，用一个工作台把数据读取、问题识别、回复生成与服务动作联动起来，便于快速验证 AI 的直接业务价值。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这个场景聚焦客服与售后协同最典型的高频链路，用一个工作台把数据读取、问题识别、回复生成与服务动作联动起来，便于快速验证 AI 的直接业务价值。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某消费电子客户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914400"/>
            <a:ext cx="7772400" cy="40233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39" y="1261872"/>
            <a:ext cx="6583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62828"/>
                </a:solidFill>
                <a:latin typeface="Microsoft YaHei"/>
              </a:rPr>
              <a:t>智能售后服务闭环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304288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13631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客户：某消费电子客户 | 行业：消费电子 IoT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63055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小组：第 1 组 · 日期：2026-05-08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Workshop：AI Discovery Card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客户报修后，客服需要人工确认设备型号、状态和问题描述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客服切换多个系统查看历史工单、FAQ 和维修资料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问题判断依赖个人经验，回复质量与处理速度波动较大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复杂问题频繁升级专家或二线支持，服务链路变长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设备状态、历史工单和知识资料彼此割裂，诊断定位慢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客服定位问题慢，复杂问题升级频繁，首响效率受影响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人工查资料和找专家的模式导致服务成本高且稳定性差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优先切口：设备状态、历史工单和知识资料彼此割裂，诊断定位慢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把传统售后从人工查资料、人工找专家升级为设备状态驱动的智能服务闭环，是消费电子 IoT 企业提升服务体验与运营效率的直接切口。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企业通常已经沉淀了设备状态数据、历史工单和 FAQ，但这些资产分散在不同系统中，正适合通过 AI 工作台快速验证串联价值。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服务体验正在成为消费电子品牌差异化的重要抓手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智能体类卡片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用户意图识别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3113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自动回答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64051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37787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65804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自然对话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9987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72456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0471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53338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07124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5140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068055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41791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9807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602723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77646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0447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用户报修或客服接单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系统读取设备状态、历史工单与 FAQ 等知识资料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判断问题类型、风险等级和处理优先级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生成客户回复与排障建议，支持一线客服快速响应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复杂问题自动升级工单或转交专家继续处理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处理结果回写知识库与服务系统，持续沉淀经验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形成从问题识别、服务响应、工单升级到知识沉淀的智能售后服务闭环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智能售后服务工作台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智能售后服务工作台；目标：为客服和售后人员提供一个结合设备状态、历史工单、FAQ 与工单动作的统一服务入口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让客服从人工翻资料、人工找专家，转向在一个工作台里完成识别、回复、排障和动作触发。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接收报修请求后自动汇总设备上下文与历史服务记录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展示 AI 判断的问题类型、优先级与推荐处置路径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一键生成回复建议、排障动作和升级工单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设备状态与客户上下文面板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AI 诊断与知识召回面板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回复建议与工单动作面板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售后负责人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以设备状态驱动的方式提升问题识别效率、回复质量和服务闭环能力。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不接真实后端接口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设备状态与客户上下文面板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AI 诊断与知识召回面板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回复建议与工单动作面板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设备状态与客户上下文面板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AI 诊断与知识召回面板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回复建议与工单动作面板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系统读取设备状态、历史工单与 FAQ 等知识资料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页面壳子优先，先保证关键业务路径可演示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确认试点设备范围与高频报修问题样本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梳理 FAQ、历史工单与设备状态字段映射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两周内输出工作台原型与首轮 POC 指标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设备状态与服务数据接入 -&gt; IoT 数据平台, CRM / 工单系统 | 交付：统一设备与服务上下文底座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问题识别与知识问答 -&gt; Azure AI Foundry, Azure AI Search | 交付：RAG 问答与智能诊断能力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服务流程与升级动作联动 -&gt; Dynamics 365 Customer Service, Power Automate | 交付：工单闭环与服务编排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优先产品栈：IoT 数据平台 / CRM / 工单系统 / Azure AI Foundry / Azure AI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现场交付物：场景方案 PPT / 工作台原型方向 / POC 验证清单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缩短问题定位时间并提升首响效率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降低复杂问题对专家人工介入的依赖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提升客服回复一致性与服务标准化水平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把处理经验沉淀为持续可复用的知识资产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首响时间下降 30%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问题定位时间下降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复杂问题升级率下降 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问题类型判断与优先级识别是否准确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AI 回复与排障建议是否可直接被客服使用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升级工单与结果回写是否能形成闭环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先验证设备状态读取、知识召回、回复生成与升级工单四段关键链路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售后负责人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客服主管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数字化平台主管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确认试点设备范围与高频报修问题样本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梳理 FAQ、历史工单与设备状态字段映射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两周内输出工作台原型与首轮 POC 指标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545</Words>
  <Application>Microsoft Office PowerPoint</Application>
  <PresentationFormat>宽屏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石德平</cp:lastModifiedBy>
  <cp:revision>2</cp:revision>
  <dcterms:created xsi:type="dcterms:W3CDTF">2013-01-27T09:14:16Z</dcterms:created>
  <dcterms:modified xsi:type="dcterms:W3CDTF">2026-05-09T08:12:23Z</dcterms:modified>
  <cp:category/>
</cp:coreProperties>
</file>