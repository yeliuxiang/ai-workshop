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客户洞察驱动的个性化营销与流失预警闭环</a:t>
            </a:r>
          </a:p>
          <a:p>
            <a:r>
              <a:t>- 该场景直接对应客户现场卡片流程，适合先通过一个轻量工作台原型验证 AI 对营销效率、活动转化和客户保留的综合价值。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该场景直接对应客户现场卡片流程，适合先通过一个轻量工作台原型验证 AI 对营销效率、活动转化和客户保留的综合价值。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原型交付与快速开发路径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客户洞察驱动的个性化营销与流失预警闭环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跨境电商客户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960120"/>
            <a:ext cx="7132320" cy="50749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6355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客户洞察驱动的个性化营销与流失预警闭环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148840"/>
            <a:ext cx="6355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6309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客户：跨境电商客户 | 行业：跨境电商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现场共创组 · 日期 2026-05-08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709160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该场景直接对应客户现场卡片流程，适合先通过一个轻量工作台原型验证 AI 对营销效率、活动转化和客户保留的综合价值。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跨境电商客户最适合优先验证的，不是一次性重做营销系统，而是先把客户洞察、营销生成和留存动作串成闭环。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客户数据、活动渠道和内容生产已经数字化，但从洞察到执行之间仍然依赖人工衔接，AI 可以在最短路径上释放增长价值。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多站点、多语言、多客群场景下，人工内容生产和活动编排成本持续升高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基于客户画像、交易行为和渠道互动数据了解客户与高价值客群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围绕国家、站点和客群制定个性化营销策略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人工生成营销文本，并反复修改素材和页面内容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基于文本继续生成活动图像并搭建动态营销页面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客户洞察、营销策略、内容制作和页面上线之间链路长，准备周期难以下降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活动分析依赖人工汇总，洞察回流慢，难以支撑高频迭代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客户流失预警滞后，保留动作通常发生在流失风险已经扩大之后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优先切口：客户洞察、营销策略、内容制作和页面上线之间链路长，准备周期难以下降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了解客户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个性化营销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77256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50992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7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数据输入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51192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4928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文本输入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简化数据分析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预测客户流失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31136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生成营销文本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33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77056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5072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从文本生成图像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477256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50992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79007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创建动态网页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251192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24928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02512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98863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营销团队为重点国家站点发起新一轮个性化营销活动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系统读取客户画像、交易行为、渠道反馈和历史活动表现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完成客户分层，识别高价值客群、潜在流失客群和活动切入点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自动生成营销文本、促销话术和多语言活动内容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AI 基于文本继续生成活动图像，并拼装动态营销页面草稿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系统自动汇总活动数据，输出简化分析结果和下一轮优化建议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形成从客户洞察、个性化营销、内容生产、页面发布到经营复盘与流失干预的增长闭环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营销增长与客户保留工作台；目标：把客户洞察、营销生成、页面搭建、活动分析和流失预警集中到一个可操作的工作台中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让营销团队从多系统切换和人工拼装，转向在一个界面里完成洞察、生成、上线和保留干预。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选择目标国家站点、客群和营销目标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查看 AI 输出的客群洞察、营销策略和风险提示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一键生成文本、图片、动态页面和保留动作建议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客户洞察与客群分层面板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营销文本、图像和页面生成区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活动分析与流失预警行动区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营销与 CRM 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围绕客户洞察、个性化营销、内容生成、动态页面搭建和流失预警，形成一个可复制的 AI 增长闭环。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不接真实后端接口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客户洞察与客群分层面板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营销文本、图像和页面生成区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活动分析与流失预警行动区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客户洞察与客群分层面板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营销文本、图像和页面生成区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活动分析与流失预警行动区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系统读取客户画像、交易行为、渠道反馈和历史活动表现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客户洞察与客群分层 -&gt; Dynamics 365 Customer Insights, Microsoft Fabric | 交付：客户分群、生命周期洞察与营销切入建议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营销文本、图像与页面生成 -&gt; Azure OpenAI, Azure AI Foundry, Power Pages | 交付：多语言营销内容与动态页面原型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活动分析与流失预警 -&gt; Microsoft Fabric, Power BI, Power Automate | 交付：活动复盘分析、流失预警和自动化跟进动作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优先产品栈：Dynamics 365 Customer Insights / Microsoft Fabric / Azure OpenAI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现场交付物：场景方案 PPT / 营销增长工作台原型建议 / POC 验证范围与里程碑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缩短从客户洞察到活动上线的准备周期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提升文本、图像和页面内容的生产效率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让活动分析结果更快回流到下一轮增长动作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更早识别高流失风险客户并启动保留干预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营销活动准备周期缩短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内容与页面生产效率提升 50%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活动分析出具时间缩短 60%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高流失风险客户识别准确率达到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客户分层和流失判断的业务可解释性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营销文本、图像和页面生成结果的可用性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活动分析结果对下一轮增长动作的指导价值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原型交付与快速开发路径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交付方式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前端壳子优先；推荐技术栈：Next.js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可演示的前端壳子页面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需求PRD.md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方案设计.md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确认一个国家站点和一个营销活动作为试点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准备客户画像、活动结果和流失样本数据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两周内完成工作台原型和验证口径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优先验证客户洞察、营销内容生成、动态页面生成和流失预警四段闭环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营销负责人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CRM 运营负责人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电商业务负责人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数据 / 数字化团队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确认一个国家站点和一个营销活动作为试点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准备客户画像、活动结果和流失样本数据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两周内完成工作台原型和验证口径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