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客户洞察驱动的营销增长与流失预警闭环</a:t>
            </a:r>
          </a:p>
          <a:p>
            <a:r>
              <a:t>- 该场景聚焦营销负责人最关心的三段链路：客群理解、内容执行和客户保留。先通过一个工作台把洞察、生成、复盘和干预串起来，能够快速验证 AI 对增长效率与留存效果的直接价值。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该场景聚焦营销负责人最关心的三段链路：客群理解、内容执行和客户保留。先通过一个工作台把洞察、生成、复盘和干预串起来，能够快速验证 AI 对增长效率与留存效果的直接价值。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某跨界电商品牌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客户：某跨界电商品牌 | 行业：跨界电商 · 第 2 组 · 日期 2026-05-08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89888"/>
            <a:ext cx="681228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C62828"/>
                </a:solidFill>
                <a:latin typeface="Microsoft YaHei"/>
              </a:rPr>
              <a:t>客户洞察驱动的营销增长与流失预警闭环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让营销团队从多系统切换和人工拼装，转向在一个工作台里完成洞察、生成、复盘和干预。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4133087"/>
            <a:ext cx="3456432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4215383"/>
            <a:ext cx="31272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客户与行业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4379975"/>
            <a:ext cx="31272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Microsoft YaHei"/>
              </a:rPr>
              <a:t>某跨界电商品牌 · 跨界电商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4133087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4215383"/>
            <a:ext cx="17556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小组与日期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379975"/>
            <a:ext cx="17556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Microsoft YaHei"/>
              </a:rPr>
              <a:t>第 2 组 · 2026-05-08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4133087"/>
            <a:ext cx="1298448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4215383"/>
            <a:ext cx="96926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4379975"/>
            <a:ext cx="96926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Microsoft YaHei"/>
              </a:rPr>
              <a:t>AI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对跨界电商品牌来说，最有价值的切入口不是一次性重做营销系统，而是先把客户洞察、内容生产和 retention 动作串成闭环。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客户画像、活动数据和内容资产已经逐步数字化，但从洞察到执行仍依赖人工衔接，正适合用 AI 在最短路径上验证增长价值。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多站点、多客群、多活动并行时，人工内容生产和活动编排难以跟上增长节奏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汇总客户画像、活动数据和渠道反馈，识别目标客群与重点活动机会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营销团队基于经验制定活动策略与个性化内容方向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人工生成文案、素材和活动页面内容，并反复协调修改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活动上线后再人工整理经营数据做复盘分析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客户洞察、内容生产和活动执行之间链路长，营销准备周期难以下降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活动复盘依赖人工汇总，洞察难以及时回流到下一轮增长动作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流失预警不及时，客户保留动作通常发生在风险已经放大之后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优先切口：客户洞察、内容生产和活动执行之间链路长，营销准备周期难以下降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内容生成中偏营销、网页、内容生产的卡片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表单理解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客户洞察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数据分析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3113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64051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37787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5804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网页生成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9987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72456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0471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营销内容生成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3338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07124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5140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068055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41791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9807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602723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7646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447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决策制定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营销团队准备针对重点客群发起新一轮增长活动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系统读取客户画像、历史活动表现和渠道反馈数据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识别高价值客群、潜在流失客群和活动切入点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自动生成个性化营销文案、页面建议和活动执行策略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系统自动汇总活动结果并输出复盘分析与下一轮优化建议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对高流失风险客户触发 retention 动作和重点跟进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形成从客户洞察、内容生成、活动执行、分析复盘到流失干预的营销增长闭环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营销增长与客户保留工作台；目标：把客户洞察、内容生产、活动分析和流失预警集中到一个可操作的工作台中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让营销团队从多系统切换和人工拼装，转向在一个工作台里完成洞察、生成、复盘和干预。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选择目标客群、活动目标和重点国家站点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查看 AI 输出的客群洞察、营销策略和风险提示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一键生成内容建议、复盘分析和客户保留动作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营销内容与活动策略生成区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活动复盘与流失预警行动区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在一个工作台界面里完成客群洞察查看、活动内容生成、复盘分析和流失干预触发。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不接真实营销自动化平台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客户洞察与客群分层总览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活动策略与内容生成页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活动复盘与效果分析页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流失预警与干预行动页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高价值客群与风险客群卡片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营销文案与页面建议面板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活动效果分析图区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流失预警与跟进任务面板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核心交付件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方案设计：页面结构、模块布局、交互路径 / 架构设计：展示层、组件层、样例数据层 / 静态页面原型：可现场演示的前端壳子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围绕关键业务路径组织页面与模块 / 模块分层组织，页面、组件、样例数据分开维护 / Mock 数据驱动，先不接真实系统接口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方案设计与架构设计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方案设计：页面结构、模块布局、交互路径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架构设计：展示层、组件层、样例数据层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静态页面原型：可现场演示的前端壳子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样例数据包：支撑页面演示的 mock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确认一个重点国家站点和一类目标客群作为试点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准备客户画像、活动结果和流失样本数据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两周内完成工作台原型与验证口径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客户画像与客群分层 -&gt; Dynamics 365 Customer Insights, Microsoft Fabric | 交付：客户分群、生命周期洞察与营销切入建议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营销内容与活动页面生成 -&gt; Azure OpenAI, Azure AI Foundry, Power Pages | 交付：多语言营销内容和活动页面原型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活动分析与流失预警 -&gt; Microsoft Fabric, Power BI, Power Automate | 交付：活动复盘分析、风险预警与自动化跟进动作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现场交付物：方案 PPT / 营销增长与客户保留工作台原型建议 / POC 验证范围与里程碑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缩短从客户洞察到活动上线的准备周期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提升个性化营销内容和页面生产效率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让活动分析结果更快回流到下一轮增长动作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更早识别高流失风险客户并启动保留干预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营销活动准备周期缩短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内容与页面生产效率提升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活动复盘出具时间缩短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高流失风险客户识别准确率达到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客户分层和流失判断的业务可解释性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营销内容与页面生成结果的可用性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活动复盘结果对下一轮增长动作的指导价值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优先验证客户洞察、营销内容生成、活动复盘和流失预警四段闭环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CRM 运营负责人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电商业务负责人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数据 / 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确认一个重点国家站点和一类目标客群作为试点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准备客户画像、活动结果和流失样本数据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两周内完成工作台原型与验证口径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