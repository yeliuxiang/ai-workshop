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客户洞察驱动的个性化营销闭环</a:t>
            </a:r>
          </a:p>
          <a:p>
            <a:r>
              <a:t>- 该样例体现了从客户理解到营销执行，再到数据分析与客户保留的完整增长链路，适合用于展示 Workshop 从卡片编排到业务闭环的 PPT 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场景定义与目标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现状流程与痛点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AI 能力卡选择逻辑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该样例体现了从客户理解到营销执行，再到数据分析与客户保留的完整增长链路，适合用于展示 Workshop 从卡片编排到业务闭环的 PPT 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产品映射与交付物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 POC 聚焦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下一步建议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客户洞察驱动的个性化营销闭环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定制化场景方案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图片样例客户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14400"/>
            <a:ext cx="7132320" cy="521208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62828"/>
                </a:solidFill>
                <a:latin typeface="Microsoft YaHei"/>
              </a:rPr>
              <a:t>客户洞察驱动的个性化营销闭环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AI Discovery Workshop 定制化场景方案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6126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客户：图片样例客户 | 行业：零售与消费电子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小组：图片样例场景 | 日期：2026-05-07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07492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该样例体现了从客户理解到营销执行，再到数据分析与客户保留的完整增长链路，适合用于展示 Workshop 从卡片编排到业务闭环的 PPT 交付。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场景定义与目标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55555"/>
                </a:solidFill>
                <a:latin typeface="Microsoft YaHei"/>
              </a:rPr>
              <a:t>目标用户：市场团队、CRM 运营团队、数字化增长团队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当前问题：客户洞察分散、营销内容生产慢、落地页面搭建耗时，且缺少从分析到流失预测的闭环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目标改善：通过 AI 串联客户理解、个性化内容生成、动态页面搭建、数据分析与流失预测，提升营销转化效率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现状流程与痛点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1. 运营团队汇总客户画像、历史行为和活动数据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2. 市场人员人工制定细分策略与内容方向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3. 团队分别制作文案、素材和落地页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4. 活动上线后人工复盘数据表现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480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1. 客户洞察、内容制作和页面搭建彼此割裂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2. 营销创意到上线周期长，无法快速试错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3. 数据分析与流失预测滞后，难以及时干预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285232"/>
            <a:ext cx="4480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优先改造：客户洞察、内容制作和页面搭建彼此割裂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AI 能力卡选择逻辑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555555"/>
                </a:solidFill>
                <a:latin typeface="Microsoft YaHei"/>
              </a:rPr>
              <a:t>业务场景 / 输入感知：了解客户 / 个性化营销 / 简化数据分析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理解分析：预测客户流失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2029967"/>
            <a:ext cx="2779776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生成交互 / 执行闭环：生成战略文案文本 / 从文本生成图像 / 创建动态网页 / 个性化营销执行 / 客户流失干预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目标 AI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业务触发：营销团队准备针对目标客群发起新一轮精细化营销活动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269748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To-Be AI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96469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1. AI 汇总客户画像、行为记录和历史活动结果，形成客户洞察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2. AI 基于细分客群生成个性化营销策略与传播主题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3. AI 自动生成营销文案，并进一步生成匹配的视觉素材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4. AI 组合图文内容生成动态活动页面或落地页原型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5. AI 对活动反馈数据做简化分析，并识别潜在流失客户，触发后续干预建议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10469880" cy="59436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87568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业务闭环：形成从客户洞察、内容生成、页面上线到分析复盘与流失预警的增长闭环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产品映射与交付物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1264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客户洞察与细分 -&gt; Dynamics 365 Customer Insights, Microsoft Fabric | 交付：客户画像与细分分析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营销文案与图像生成 -&gt; Azure OpenAI, Azure AI Foundry | 交付：营销内容共创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动态网页搭建 -&gt; Power Pages, Azure App Service | 交付：活动页原型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营销数据分析与流失预测 -&gt; Microsoft Fabric, Azure Machine Learning, Power BI | 交付：分析看板与保留建议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95728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645152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现场交付物：Workshop 定制化 PPT / AI Flow 场景图 / POC 范围建议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业务价值与 POC 聚焦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788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缩短营销活动从策划到上线的周期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提升个性化内容产出效率与一致性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提前识别流失风险并提升客户留存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423160"/>
            <a:ext cx="2788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营销素材生产周期缩短 50%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活动页面上线准备时间缩短 60%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高风险流失客户识别准确率达到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423160"/>
            <a:ext cx="2788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细分客群策略的可解释性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生成文案与图片的可用性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流失预测结果对运营动作的指导价值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下一步建议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试点范围：优先验证客户洞察、内容生成和流失预测三个关键环节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4983480" cy="3383280"/>
          </a:xfrm>
          <a:prstGeom prst="roundRect">
            <a:avLst/>
          </a:prstGeom>
          <a:solidFill>
            <a:srgbClr val="F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389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市场负责人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CRM / 会员运营团队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数字化平台主管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4983480" cy="3383280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389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1. 确认目标客群与样本数据范围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2. 选择一个营销活动作为试点场景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3. 在两周内完成内容生成与分析闭环原型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