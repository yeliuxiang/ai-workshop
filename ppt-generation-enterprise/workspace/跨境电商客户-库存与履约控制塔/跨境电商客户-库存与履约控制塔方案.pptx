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库存与履约控制塔</a:t>
            </a:r>
          </a:p>
          <a:p>
            <a:r>
              <a:t>- 该场景采用快速模式生成，重点是让现场在 5 分钟内拿到一版可讲解的 PPT、PRD 与方案设计文档。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业务机会与 Why Now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当前差距与优先痛点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客户现场卡片流程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目标 AI Flow</a:t>
            </a:r>
          </a:p>
          <a:p>
            <a:r>
              <a:t>- 该场景采用快速模式生成，重点是让现场在 5 分钟内拿到一版可讲解的 PPT、PRD 与方案设计文档。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原型方向与系统形态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MVP 原型范围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原型交付与快速开发路径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能力映射与交付物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业务价值与验证假设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POC 与下一步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AI DISCOVERY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跨境电商客户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914400"/>
            <a:ext cx="7772400" cy="40233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39" y="1261872"/>
            <a:ext cx="6583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C62828"/>
                </a:solidFill>
                <a:latin typeface="Microsoft YaHei"/>
              </a:rPr>
              <a:t>库存与履约控制塔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2304288"/>
            <a:ext cx="6492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99999"/>
                </a:solidFill>
                <a:latin typeface="Microsoft YaHei"/>
              </a:rPr>
              <a:t>AI Discovery Workshop 商机与原型方案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2907792"/>
            <a:ext cx="2084831" cy="658368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13631" y="3072384"/>
            <a:ext cx="17556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客户：跨境电商客户 | 行业：跨境电商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98464" y="2907792"/>
            <a:ext cx="2084831" cy="658368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63055" y="3072384"/>
            <a:ext cx="17556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小组：现场共创组 · 日期：2026-05-08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47888" y="2907792"/>
            <a:ext cx="2084831" cy="658368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072384"/>
            <a:ext cx="17556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Workshop：AI Discovery Card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业务机会与 Why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机会判断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283464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对跨境电商客户来说，库存与履约控制塔是一个适合现场快速验证的 AI 切入点。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438912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为什么是现在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606040"/>
            <a:ext cx="283464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当前最急的问题集中在“跨区域订单、库存和履约异常缺少统一判断与联动，补货调拨仍依赖人工拼表。”，而客户更容易先接受以库存与履约控制塔为载体的可视化方案。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价值支撑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606040"/>
            <a:ext cx="2752344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跨区域订单、库存和履约异常缺少统一判断与联动，补货调拨仍依赖人工拼表。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当前差距与优先痛点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现状流程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5262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订单和库存持续变化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汇总库存、订单、退货和仓配数据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AI 判断缺货、积压和履约风险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4. 生成补货、调拨和仓配建议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120640" cy="301752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50592"/>
            <a:ext cx="45720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跨区域订单、库存和履约异常缺少统一判断与联动，补货调拨仍依赖人工拼表。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围绕库存与履约控制塔缺少统一判断、建议和协同闭环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当前决策与执行信息仍分散在多个环节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983480"/>
            <a:ext cx="5120640" cy="114300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266944"/>
            <a:ext cx="4480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优先切口：跨区域订单、库存和履约异常缺少统一判断与联动，补货调拨仍依赖人工拼表。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客户现场卡片流程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55648"/>
            <a:ext cx="10469880" cy="45262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93392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93976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业务场景 / 输入感知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31136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数据和预测分析中偏业务目标的卡片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03320" y="2176272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77056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5072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表单理解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10128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10712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理解分析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31136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数据分析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703320" y="3493008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77056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05072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风险预测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477256" y="3493008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50992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79007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异常检测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626864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727448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生成交互 / 执行闭环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03120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31136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文本生成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703320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877056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05072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流程优化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477256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50992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79007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自动履行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251192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24928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决策制定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目标业务闭环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业务触发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订单和库存持续变化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10469880" cy="26974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07792"/>
            <a:ext cx="9921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闭环流程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10128"/>
            <a:ext cx="1001268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汇总库存、订单、退货和仓配数据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AI 判断缺货、积压和履约风险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生成补货、调拨和仓配建议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4. 触发区域协同和运营任务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5. 结果回写控制塔与复盘口径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577840"/>
            <a:ext cx="10469880" cy="594360"/>
          </a:xfrm>
          <a:prstGeom prst="roundRect">
            <a:avLst>
              <a:gd name="adj" fmla="val 1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66928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闭环结果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660136"/>
            <a:ext cx="8138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Microsoft YaHei"/>
              </a:rPr>
              <a:t>结果回写控制塔与复盘口径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原型方向与系统形态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原型名称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库存与履约控制塔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系统形态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库存与履约控制塔；目标：希望先验证 AI 对缺货、积压和履约风险识别及协同建议的价值。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价值落点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496312"/>
            <a:ext cx="27523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让供应链负责人先在库存与履约控制塔里看到 AI 对问题识别、建议生成和协同闭环的价值。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核心流程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切换区域查看库存与订单风险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查看 AI 给出的补货调拨建议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触发区域协同任务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工作台范围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全局风险总览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区域库存与订单分析页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补货调拨建议页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MVP 原型范围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目标用户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供应链负责人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核心任务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在一个控制塔界面里完成库存履约风险判断、建议查看和协同任务触发。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非目标范围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496312"/>
            <a:ext cx="27523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不接真实 ERP 或 WMS 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页面清单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全局风险总览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区域库存与订单分析页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补货调拨建议页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4. 协同任务与复盘页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区域风险地图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缺货与积压预警卡片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履约异常解释区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4. 补货调拨建议列表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原型交付与快速开发路径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交付方式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前端壳子优先；推荐技术栈：Next.js + Tailwind 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核心交付件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方案设计：页面结构、模块布局、交互路径 / 架构设计：展示层、组件层、样例数据层 / 静态页面原型：可现场演示的前端壳子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架构原则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496312"/>
            <a:ext cx="27523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页面壳子优先，先保证关键业务路径可演示 / 模块分层组织，页面、组件、样例数据分开维护 / Mock 数据驱动，先不接真实系统接口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方案设计与架构设计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方案设计：页面结构、模块布局、交互路径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架构设计：展示层、组件层、样例数据层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静态页面原型：可现场演示的前端壳子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4. 样例数据包：支撑页面演示的 mock 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快速开发路径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确认试点范围和样例数据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锁定第一版原型页面范围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输出 POC 验证口径和里程碑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4. 基于方案设计文档快速搭建静态页面和样例数据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能力映射与交付物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681228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6263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能力卡与产品映射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63550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业务数据汇聚 -&gt; Microsoft Fabric | 交付：统一数据底座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AI 分析与建议生成 -&gt; Azure AI Foundry, Azure Machine Learning | 交付：围绕库存与履约控制塔的风险识别与建议生成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工作台展示与协同闭环 -&gt; Power BI, Power Automate | 交付：看板展示、协同任务和复盘闭环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337560" cy="192024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56816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推荐产品栈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59152"/>
            <a:ext cx="278892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5555"/>
                </a:solidFill>
                <a:latin typeface="Microsoft YaHei"/>
              </a:rPr>
              <a:t>优先产品栈：Microsoft Fabric / Azure AI Foundry / Azure Machine Learning / Power BI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977639"/>
            <a:ext cx="3337560" cy="224028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22452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现场交付物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590288"/>
            <a:ext cx="2788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Microsoft YaHei"/>
              </a:rPr>
              <a:t>现场交付物：方案 PPT / 需求PRD.md / 方案设计.md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业务价值与验证假设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业务价值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希望先验证 AI 对缺货、积压和履约风险识别及协同建议的价值。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缩短人工整理、判断和协同的时间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形成可用于继续推进 POC 的统一讲解口径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核心判断时间缩短 30%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协同响应时间缩短 25%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可通过静态样例完整演示主业务路径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POC 验证点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1. AI 输出是否能帮助业务更快判断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2. 原型页面是否能完整讲清业务闭环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3. 现场方案是否适合作为后续 POC 基础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POC 与下一步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POC 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围绕库存与履约控制塔优先验证识别、建议和协同三段闭环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4983480" cy="33832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443484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供应链负责人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业务负责人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数字化团队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743200"/>
            <a:ext cx="4983480" cy="33832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97180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后续动作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474720"/>
            <a:ext cx="443484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确认试点范围和样例数据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锁定第一版原型页面范围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输出 POC 验证口径和里程碑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