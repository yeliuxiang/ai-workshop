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全球库存与履约协同优化</a:t>
            </a:r>
          </a:p>
          <a:p>
            <a:r>
              <a:t>- 该场景适合跨界电商客户，因为它能把库存、履约和客户体验的影响直接串成一个可量化的 AI 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该场景适合跨界电商客户，因为它能把库存、履约和客户体验的影响直接串成一个可量化的 AI 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8346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全球库存与履约协同优化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跨境电商客户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960120"/>
            <a:ext cx="7132320" cy="50749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6355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全球库存与履约协同优化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48840"/>
            <a:ext cx="6355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6309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客户：跨境电商客户 | 行业：跨境电商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现场共创组 · 日期 2026-05-08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6126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99999"/>
                </a:solidFill>
                <a:latin typeface="Microsoft YaHei"/>
              </a:rPr>
              <a:t>该场景适合跨界电商客户，因为它能把库存、履约和客户体验的影响直接串成一个可量化的 AI 原型。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对跨界电商客户来说，库存和履约不是后台问题，而是直接影响增长效率、现金占用和客户体验的核心经营切口。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订单、仓储和退货数据已经在线化，但通常还缺少一个把预测、履约判断和运营动作串起来的统一工作流。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多区域库存和订单波动使运营决策越来越复杂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订单和库存持续变化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汇总库存、订单、退货和仓配数据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判断缺货、积压和履约风险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生成补货、调拨和仓配建议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跨区域订单、库存和履约异常缺少统一判断与联动，补货调拨仍依赖人工拼表。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库存、订单和退货数据分散，判断依赖人工汇总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区域缺货和积压并存，仓配协同效率低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优先切口：跨区域订单、库存和履约异常缺少统一判断与联动，补货调拨仍依赖人工拼表。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数据和预测分析中偏业务目标的卡片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订单履约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77256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50992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7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51192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24928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数据输入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25128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98863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文本输入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025128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98863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人机交互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系统识别到区域库存、订单需求或履约表现出现明显波动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系统读取库存、订单、退货和仓库运营数据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判断缺货、积压和履约异常风险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AI 生成补货、调拨、退货治理和仓配建议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高风险区域自动触发运营跟进和协同任务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处理结果回写后沉淀为后续运营策略和预测依据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形成从库存洞察、履约判断到协同动作的运营闭环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库存与履约控制塔；目标：把区域库存、订单波动、履约异常和建议动作集中到一个控制塔工作台中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让运营团队从人工拼表和被动救火，转向在控制塔里统一判断库存、履约和动作优先级。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查看区域库存和订单风险分布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读取 AI 给出的补货、调拨和履约建议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一键触发协同任务、预警通知和复盘动作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库存与订单风险面板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履约异常与原因解释区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调拨补货与协同动作区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在一个控制塔界面里完成库存履约风险判断、建议查看和协同任务触发。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 ERP 或 WMS 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全局风险总览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区域库存与订单分析页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补货调拨建议页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协同任务与复盘页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区域风险地图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缺货与积压预警卡片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履约异常解释区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补货调拨建议列表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库存与订单数据汇聚 -&gt; Microsoft Fabric, Dynamics 365 Supply Chain Management | 交付：库存订单数据底座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风险预测与运营建议 -&gt; Azure Machine Learning, Azure AI Foundry | 交付：预测分析与运营建议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区域履约可视化与协同 -&gt; Azure Maps, Power BI | 交付：控制塔看板与区域协同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优先产品栈：Microsoft Fabric / Dynamics 365 Supply Chain Management / Azure Machine Learning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现场交付物：控制塔原型建议 / 库存与履约场景图 / POC 验证范围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希望先验证 AI 对缺货、积压和履约风险识别及协同建议的价值。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降低区域缺货和积压风险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提升仓配协同效率和履约稳定性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把库存管理从经验决策转向数据驱动运营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库存周转效率提升 20%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履约异常响应时间缩短 35%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区域缺货率下降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风险识别结果对运营判断的帮助程度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建议动作对补货和调拨效率的提升效果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控制塔视图是否支持跨区域统一协同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可演示的前端壳子页面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需求PRD.md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方案设计.md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确认试点区域和样本订单库存数据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选择一个高波动品类作为试点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输出控制塔原型范围和验证口径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先验证库存风险识别、履约异常预警和协同动作联动三段闭环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履约运营负责人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区域仓配团队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确认试点区域和样本订单库存数据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选择一个高波动品类作为试点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输出控制塔原型范围和验证口径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