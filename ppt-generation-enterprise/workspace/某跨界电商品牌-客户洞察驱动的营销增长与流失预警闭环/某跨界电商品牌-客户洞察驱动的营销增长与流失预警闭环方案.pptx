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客户洞察驱动的营销增长与流失预警闭环</a:t>
            </a:r>
          </a:p>
          <a:p>
            <a:r>
              <a:t>- 该场景适合跨界电商客户，因为它可以用较轻的方式验证 AI 对增长效率和 retention 的直接价值。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该场景适合跨界电商客户，因为它可以用较轻的方式验证 AI 对增长效率和 retention 的直接价值。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原型方向与系统形态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834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客户洞察驱动的营销增长与流失预警闭环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某跨界电商品牌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960120"/>
            <a:ext cx="7132320" cy="50749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234440"/>
            <a:ext cx="6355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客户洞察驱动的营销增长与流失预警闭环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148840"/>
            <a:ext cx="6355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6309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客户：某跨界电商品牌 | 行业：跨界电商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第 2 组 · 日期 2026-05-22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709160"/>
            <a:ext cx="6126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99999"/>
                </a:solidFill>
                <a:latin typeface="Microsoft YaHei"/>
              </a:rPr>
              <a:t>该场景适合跨界电商客户，因为它可以用较轻的方式验证 AI 对增长效率和 retention 的直接价值。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跨界电商企业最容易快速验证价值的切口，不是重建整个平台，而是先把客户洞察、内容生产和增长动作串起来。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客户数据和营销动作已经在线化，但组织里往往缺少一个把洞察、内容和执行真正打通的 AI 工作流。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606040"/>
            <a:ext cx="2752344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增长团队面对多区域、多语言和多渠道内容压力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团队汇总客户画像、历史活动与渠道表现数据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人工判断细分客群与营销方向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分别制作文案、素材和页面内容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活动上线后人工复盘效果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内容生产和活动复盘周期长，流失预警不及时。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客户洞察、内容制作和活动执行分散在多个环节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营销活动上线前准备周期长，试错成本高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优先切口：内容生产和活动复盘周期长，流失预警不及时。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内容生成中偏营销、网页、内容生产的卡片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64051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37787" y="1993392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5804" y="2103120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了解客户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98720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72456" y="1993392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0471" y="2103120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个性化营销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33388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07124" y="1993392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5140" y="2103120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表单理解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068055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41791" y="1993392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9807" y="2103120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文本输入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02723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76460" y="1993392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4476" y="2103120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数据输入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客户洞察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数据分析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477256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50992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79007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风险预测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251192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24928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预测客户流失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3120" y="4626864"/>
            <a:ext cx="949832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31136" y="4736592"/>
            <a:ext cx="693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文本生成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080384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54121" y="4626864"/>
            <a:ext cx="949832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2137" y="4736592"/>
            <a:ext cx="693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网页生成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231386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05121" y="4626864"/>
            <a:ext cx="949832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33137" y="4736592"/>
            <a:ext cx="693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营销内容生成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5382387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556122" y="4626864"/>
            <a:ext cx="949832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84138" y="4736592"/>
            <a:ext cx="693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图像生成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6533387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707123" y="4626864"/>
            <a:ext cx="949832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35139" y="4736592"/>
            <a:ext cx="693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流程优化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7684388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858125" y="4626864"/>
            <a:ext cx="949832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86141" y="4736592"/>
            <a:ext cx="693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自动履行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883539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009126" y="4626864"/>
            <a:ext cx="949832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37142" y="4736592"/>
            <a:ext cx="693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决策制定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998639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160126" y="4626864"/>
            <a:ext cx="949832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8142" y="4736592"/>
            <a:ext cx="693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人机交互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团队准备针对目标客群发起新一轮跨境营销活动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9921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闭环流程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系统读取客户画像、历史活动和渠道反馈数据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识别高价值客群、流失风险和活动切入点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AI 自动生成文案、素材和页面建议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AI 辅助输出活动复盘与下一步优化建议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5. 对高风险客户触发 retention 动作和重点跟进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660136"/>
            <a:ext cx="8138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Microsoft YaHei"/>
              </a:rPr>
              <a:t>形成从客户洞察、内容生产到增长复盘与流失干预的营销闭环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原型方向与系统形态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原型名称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营销增长与客户保留工作台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系统形态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营销增长与客户保留工作台；目标：把客户洞察、内容生成、页面建议和流失预警集中到一个可操作的工作台中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价值落点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让营销团队从拆分数据、赶文案和手工复盘，转向在一个界面里完成洞察、生成和行动。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选择目标客群或活动目标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查看 AI 洞察和推荐的营销切入点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一键生成内容草稿、活动页面建议和 retention 动作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工作台范围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客户细分洞察面板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内容与素材生成区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流失预警与行动建议区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客户洞察与生命周期分析 -&gt; Dynamics 365 Customer Insights, Microsoft Fabric | 交付：客户分层与洞察分析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内容与页面生成 -&gt; Azure OpenAI, Azure AI Foundry | 交付：营销内容共创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活动流程与后续动作 -&gt; Power Automate, Power Pages | 交付：活动流程与页面原型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优先产品栈：Dynamics 365 Customer Insights / Microsoft Fabric / Azure OpenAI / Azure AI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现场交付物：场景设计图 / 增长工作台原型建议 / POC 验证范围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希望更快完成个性化营销和高风险客户干预。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缩短营销活动从洞察到上线的周期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提升内容生产效率和个性化程度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更早识别流失风险并支持 retention 动作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营销准备周期缩短 40%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内容生产效率提升 50%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高风险客群识别准确率达到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客户分层和流失判断的业务可解释性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内容生成结果的可用性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推荐动作对活动和保留策略的指导价值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先验证客户洞察、内容生成和 retention 建议三段闭环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营销负责人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CRM 运营负责人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数据 / 数字化团队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确认目标客群和样本活动数据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选择一个具体营销活动作为试点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两周内形成工作台原型和验证口径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