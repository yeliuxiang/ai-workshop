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设备状态驱动的主动服务闭环</a:t>
            </a:r>
          </a:p>
          <a:p>
            <a:r>
              <a:t>- 该场景把设备状态、知识检索和服务动作串成闭环，适合用于展示 IoT 企业如何从联网设备走向智能服务。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该场景把设备状态、知识检索和服务动作串成闭环，适合用于展示 IoT 企业如何从联网设备走向智能服务。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设备状态驱动的主动服务闭环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某消费电子客户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14400"/>
            <a:ext cx="7132320" cy="52120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325880"/>
            <a:ext cx="6355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设备状态驱动的主动服务闭环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93392"/>
            <a:ext cx="6355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97480"/>
            <a:ext cx="61722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Microsoft YaHei"/>
              </a:rPr>
              <a:t>客户：某消费电子客户 | 行业：消费电子 IoT</a:t>
            </a:r>
          </a:p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Microsoft YaHei"/>
              </a:rPr>
              <a:t>小组：第 1 组 | 日期：2026-05-22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507492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该场景把设备状态、知识检索和服务动作串成闭环，适合用于展示 IoT 企业如何从联网设备走向智能服务。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555555"/>
                </a:solidFill>
                <a:latin typeface="Microsoft YaHei"/>
              </a:rPr>
              <a:t>机会判断：从传统被动售后走向设备状态驱动的主动服务，是消费电子 IoT 企业从卖设备升级到卖持续服务的重要切口。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为什么是现在：客户已经具备联网设备、基础遥测或 App 服务能力，现在缺的是把数据、知识和服务动作真正串起来的 AI 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3336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价值支撑：服务体验正在成为消费电子品牌的差异化关键点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用户反馈问题或客服收到报修请求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客服人工确认设备型号、状态和历史记录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人工搜索 FAQ、维修手册或类似工单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复杂问题转交专家或售后工程师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客服定位问题慢，复杂问题需要频繁升级专家。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设备状态、错误码和知识库内容分散，诊断慢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客服培训和经验依赖高，回答质量不稳定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12080"/>
            <a:ext cx="4480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优先切口：客服定位问题慢，复杂问题需要频繁升级专家。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555555"/>
                </a:solidFill>
                <a:latin typeface="Microsoft YaHei"/>
              </a:rPr>
              <a:t>业务场景 / 输入感知：了解客户 / 文本输入 / 设备状态数据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理解分析：异常检测 / 识别客户意图 / 风险预测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3336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生成交互 / 执行闭环：自动回答 / 文本生成 / 流程优化 / 自动履行 / 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 AI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56231"/>
            <a:ext cx="9921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业务触发：用户发起售后咨询或系统识别到设备异常趋势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9921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To-Be AI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系统读取设备实时状态、历史工单和知识库内容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识别问题类型并判断故障风险和优先级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生成处理建议、回复话术或自助排障步骤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复杂问题自动升级人工或创建售后任务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系统回写处理结果并沉淀为后续主动服务依据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50992"/>
            <a:ext cx="9921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业务闭环：形成从问题识别、服务响应到经验沉淀的售后闭环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555555"/>
                </a:solidFill>
                <a:latin typeface="Microsoft YaHei"/>
              </a:rPr>
              <a:t>原型名称：智能售后服务工作台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系统形态：智能售后服务工作台；目标：为客服和售后人员提供一个结合设备状态、知识库和工单的统一诊断与响应入口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3336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价值落点：让客服从人工翻资料和找专家，转向在一个工作台里完成理解、回复和动作触发。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设备状态与消息接入 -&gt; EMQX, DataLayers | 交付：设备连接与状态底座</a:t>
            </a:r>
          </a:p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知识问答与诊断建议 -&gt; Azure AI Foundry, Azure AI Search | 交付：RAG 问答与诊断助手</a:t>
            </a:r>
          </a:p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服务流程与工单联动 -&gt; Dynamics 365 Customer Service, Power Automate | 交付：服务闭环与任务流转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优先产品栈：EMQX / DataLayers / Azure AI Foundry / Azure AI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现场交付物：场景设计图 / 技术参考架构 / 原型方向建议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希望提升首响效率，并形成主动服务闭环。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缩短售后问题定位时间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提升首响效率与客服标准化水平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为主动服务和会员运营打基础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首响时间下降 30%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知识检索与诊断时间下降 50%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复杂问题升级效率提升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故障识别与知识召回准确度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客服回复建议的可用性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工单或升级动作的可执行性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56231"/>
            <a:ext cx="9921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试点范围：先验证设备状态读取、知识问答和服务动作联动三段闭环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售后负责人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客服主管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IoT / 数字化平台主管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确认目标设备范围和工单样本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选择一个售后流程作为试点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两周内形成工作台原型和验证清单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