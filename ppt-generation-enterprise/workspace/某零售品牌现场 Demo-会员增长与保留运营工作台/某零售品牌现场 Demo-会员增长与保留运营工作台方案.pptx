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会员增长与保留运营工作台</a:t>
            </a:r>
          </a:p>
          <a:p>
            <a:r>
              <a:t>- 该场景聚焦会员运营负责人最关心的三段链路：客群识别、内容执行和会员保留。先通过一个工作台把洞察、生成、复盘和干预串起来，能够快速验证 AI 对增长效率与留存效果的业务价值。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该场景聚焦会员运营负责人最关心的三段链路：客群识别、内容执行和会员保留。先通过一个工作台把洞察、生成、复盘和干预串起来，能够快速验证 AI 对增长效率与留存效果的业务价值。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解决方案架构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原型与 MVP 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688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94192" y="896112"/>
            <a:ext cx="1847088" cy="384048"/>
          </a:xfrm>
          <a:prstGeom prst="roundRect">
            <a:avLst>
              <a:gd name="adj" fmla="val 6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0496" y="987552"/>
            <a:ext cx="15544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A63A2B"/>
                </a:solidFill>
                <a:latin typeface="Arial"/>
              </a:rPr>
              <a:t>AI Discovery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7D75"/>
                </a:solidFill>
                <a:latin typeface="Microsoft YaHei"/>
              </a:rPr>
              <a:t>客户：某零售品牌现场 Demo | 行业：跨界电商 · 第 2 组 · 日期 2026-05-17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389888"/>
            <a:ext cx="68122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A63A2B"/>
                </a:solidFill>
                <a:latin typeface="Microsoft YaHei"/>
              </a:rPr>
              <a:t>会员增长与保留运营工作台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8A7D75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让会员运营团队从多系统切换和人工拼装，转向在一个工作台里完成洞察、生成、复盘和干预。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0672" y="4133087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4215383"/>
            <a:ext cx="351129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7D75"/>
                </a:solidFill>
                <a:latin typeface="Arial"/>
              </a:rPr>
              <a:t>客户与行业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4379975"/>
            <a:ext cx="35112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E433D"/>
                </a:solidFill>
                <a:latin typeface="Microsoft YaHei"/>
              </a:rPr>
              <a:t>客户：某零售品牌现场 Demo | 行业：跨界电商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4133087"/>
            <a:ext cx="2633472" cy="6583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4215383"/>
            <a:ext cx="230428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7D75"/>
                </a:solidFill>
                <a:latin typeface="Arial"/>
              </a:rPr>
              <a:t>小组与日期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4379975"/>
            <a:ext cx="23042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E433D"/>
                </a:solidFill>
                <a:latin typeface="Microsoft YaHei"/>
              </a:rPr>
              <a:t>小组：第 2 组 · 日期：2026-05-17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1. 汇总会员画像、历史活动结果和渠道反馈，识别重点会员客群与增长机会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2. 会员运营团队基于经验制定活动策略和个性化内容方向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3. 人工生成营销文案、配图和活动页面草稿，并在不同团队间反复协调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4. 活动上线后再人工整理经营数据做复盘分析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1. 会员分层、内容生产、活动执行和流失预警分散在多个系统与团队中，协同效率低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2. 营销内容和活动页面准备周期长，影响会员运营节奏和试错效率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3. 活动复盘与流失识别滞后，洞察难以及时回流到下一轮增长和保留动作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优先切口：会员分层、内容生产、活动执行和流失预警分散在多个系统与团队中，协同效率低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4767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5856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对跨界电商会员运营来说，先用一个工作台把客户洞察、内容生成和保留动作联动起来，是最适合快速验证业务价值的切入口。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1071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2160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会员数据、活动数据和内容生产需求已经在线化，但从洞察到执行仍高度依赖人工协同，正适合用 AI 在最短路径上验证增长闭环价值。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7375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18464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会员生命周期运营涉及分层、内容、活动和保留多个环节，当前链路割裂最影响效率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1920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了解客户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个性化营销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简化数据分析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预测客户流失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生成或增强文本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从文本生成图像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创建动态网页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会员运营团队准备针对重点会员客群发起新一轮增长活动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核心流程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9576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3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1. 系统读取会员画像、历史活动表现和渠道反馈数据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00476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19932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7948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1956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6236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2. AI 识别高价值会员客群、潜在流失会员和活动切入点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68849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88305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16321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0329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609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3. AI 自动生成个性化营销文案、活动配图和页面草稿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37222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56678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84694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8702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2982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4. 系统汇总活动结果并输出复盘分析与下一轮优化建议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05595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5051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53067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7075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1355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5. 对高流失风险会员触发保留建议和跟进动作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596128"/>
            <a:ext cx="10469880" cy="658368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74243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715000"/>
            <a:ext cx="818387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1">
                <a:solidFill>
                  <a:srgbClr val="FFFFFF"/>
                </a:solidFill>
                <a:latin typeface="Microsoft YaHei"/>
              </a:rPr>
              <a:t>形成从会员洞察、内容生成、活动落地、分析复盘到流失干预的增长闭环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解决方案架构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Microsoft YaHei"/>
              </a:rPr>
              <a:t>闭环目标：形成从会员洞察、内容生成、活动落地、分析复盘到流失干预的增长闭环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0469880" cy="34290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89504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会员增长与保留运营工作台</a:t>
            </a:r>
          </a:p>
        </p:txBody>
      </p:sp>
      <p:sp>
        <p:nvSpPr>
          <p:cNvPr id="9" name="Oval 8"/>
          <p:cNvSpPr/>
          <p:nvPr/>
        </p:nvSpPr>
        <p:spPr>
          <a:xfrm>
            <a:off x="1078992" y="3355848"/>
            <a:ext cx="384048" cy="384048"/>
          </a:xfrm>
          <a:prstGeom prst="ellipse">
            <a:avLst/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424427"/>
            <a:ext cx="27432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3246120"/>
            <a:ext cx="2011680" cy="585216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3401568"/>
            <a:ext cx="1600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1. 展示层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3246120"/>
            <a:ext cx="6382512" cy="585216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3355848"/>
            <a:ext cx="5925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E433D"/>
                </a:solidFill>
                <a:latin typeface="Microsoft YaHei"/>
              </a:rPr>
              <a:t>页面壳子、看板卡片、列表表格、详情抽屉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79592" y="3822191"/>
            <a:ext cx="274320" cy="164592"/>
          </a:xfrm>
          <a:prstGeom prst="down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8992" y="4251960"/>
            <a:ext cx="384048" cy="384048"/>
          </a:xfrm>
          <a:prstGeom prst="ellipse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320540"/>
            <a:ext cx="27432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4142232"/>
            <a:ext cx="2011680" cy="585216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3936" y="4297680"/>
            <a:ext cx="1600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2. 交互层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67328" y="4142232"/>
            <a:ext cx="6382512" cy="585216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4251960"/>
            <a:ext cx="5925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E433D"/>
                </a:solidFill>
                <a:latin typeface="Microsoft YaHei"/>
              </a:rPr>
              <a:t>筛选切换、建议查看、动作触发、结果回看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79592" y="4718304"/>
            <a:ext cx="274320" cy="164592"/>
          </a:xfrm>
          <a:prstGeom prst="down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5148072"/>
            <a:ext cx="384048" cy="384048"/>
          </a:xfrm>
          <a:prstGeom prst="ellipse">
            <a:avLst/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16652"/>
            <a:ext cx="27432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2768" y="5038344"/>
            <a:ext cx="2011680" cy="585216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5193792"/>
            <a:ext cx="1600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3. 数据层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67328" y="5038344"/>
            <a:ext cx="6382512" cy="585216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5148072"/>
            <a:ext cx="5925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E433D"/>
                </a:solidFill>
                <a:latin typeface="Microsoft YaHei"/>
              </a:rPr>
              <a:t>样例数据、页面状态配置、Mock 接口返回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355080"/>
            <a:ext cx="10469880" cy="8229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655624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产品栈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93392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84832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Dynamics 365 Customer Insights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15384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4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Microsoft Fabric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37376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Azure OpenAI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59368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0808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Azure AI Foundry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会员画像整合与客群分层 -&gt; Dynamics 365 Customer Insights, Microsoft Fabric | 交付：会员分层、生命周期洞察与增长机会识别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营销文案、配图与活动页面生成 -&gt; Azure OpenAI, Azure AI Foundry, Power Pages | 交付：营销内容共创与活动页面原型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活动复盘与流失预警联动 -&gt; Microsoft Fabric, Power BI, Power Automate | 交付：活动分析、会员流失预警与跟进动作闭环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现场交付物：方案 PPT / 会员增长与保留运营工作台原型建议 / POC 验证范围与里程碑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缩短从会员洞察到活动上线的准备周期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提升营销内容、配图和页面草稿的生成效率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让活动分析结果更快回流到下一轮增长与保留动作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更早识别高流失风险会员并启动干预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活动准备周期缩短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内容与页面生产效率提升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活动复盘产出时间缩短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高流失会员识别准确率达到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1. 会员分层和流失判断的业务可解释性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2. 营销文案、配图和页面生成结果的可用性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3. 活动复盘结果对下一轮增长动作的指导价值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原型与 MVP 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6916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原型摘要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59152"/>
            <a:ext cx="7269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会员增长与保留运营工作台；目标用户：会员运营负责人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会员增长与保留运营工作台；目标：把会员洞察、内容生产、活动分析和保留动作集中到一个可操作的工作台中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前端壳子优先；核心任务：查看重点会员客群并联动营销内容与保留动作；技术栈：Next.js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MVP 页面范围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1. 会员经营总览页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2. 客群洞察与分层页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3. 营销内容与活动页面生成页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4. 流失预警与保留动作页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0328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1. 确认一个重点会员客群和一类活动场景作为试点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2. 准备会员画像、活动结果和高流失会员样本数据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3. 两周内完成工作台原型与验证口径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4. 基于方案设计文档快速搭建静态页面和样例数据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828800"/>
            <a:ext cx="2103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优先验证会员洞察、营销内容生成、活动复盘和流失预警四段闭环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会员运营负责人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CRM 运营负责人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电商业务负责人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数据 / 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1. 确认一个重点会员客群和一类活动场景作为试点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2. 准备会员画像、活动结果和高流失会员样本数据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3. 两周内完成工作台原型与验证口径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743200"/>
            <a:ext cx="1965960" cy="338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